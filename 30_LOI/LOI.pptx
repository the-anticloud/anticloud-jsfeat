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JSFEAT | Category: ARTIST_TOOLS</a:t>
            </a:r>
          </a:p>
          <a:p>
            <a:r>
              <a:t>Upstream: https://github.com/antimatter15/jsfeat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undersigned expresses non-binding intent to evaluate a pilot deployment of the Anticloud FZ LLE offline package for JSFEAT (JavaScript computer vision for generative art), including PAX L5 Narrow L2 General 27B inference, AIOSS audit wiring, and single-binary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Offline functionality test (no network egress)</a:t>
            </a:r>
          </a:p>
          <a:p>
            <a:r>
              <a:t>- AIOSS chain verification (hash replay from genesis)</a:t>
            </a:r>
          </a:p>
          <a:p>
            <a:r>
              <a:t>- Benchmark review (MITRE ATT&amp;CK 100/100, NIST AI RMF 88%, TRL 7/9, ISO 27001 83%, EU AI Act 77.4%; Kaggle v52: 4.1-4.2 tok/s single T4, 20/20 coherent, chain head 2828cffabd1d063a)</a:t>
            </a:r>
          </a:p>
          <a:p>
            <a:r>
              <a:t>- Documentation review (10_TECHNICAL_HANDOFF, 28_TECHNICAL_WHITEPAPER, OFFICIAL_BENCHMARKS)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 instrument; pilot pricing per 07_ENTERPRISE_LICENSE_AND_PRICING; white-labelling per 06_WHITELABELLING_AND_REPACKAGING. Definitive agreements to follow diligence.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Confidentiality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Upstream remains MIT; Anticloud integration layer under Anticommons 0.1.0 / enterprise license. Mutual NDA 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0-1.gg | Dubai,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