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2026-10-02T09:27:31.088729Z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3b64729814fced20e710f4ae44f9eaa490a88ecd4f5da65e416f68b2f985a4a7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2026-10-02T09:27:31.088729Z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