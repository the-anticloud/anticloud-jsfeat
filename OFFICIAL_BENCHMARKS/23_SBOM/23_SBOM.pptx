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2026-10-02T09:27:33.069083Z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b967626753f2649a6aa1fdc989d14906d8ba509b30215cc74e1023ddb2034315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2026-10-02T09:27:33.069083Z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