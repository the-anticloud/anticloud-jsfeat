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2026-10-02T09:27:33.384913Z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f29050a8258560ce4390def5b807b336cf2f46ebf6dd929b66680da5f6dbcb02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2026-10-02T09:27:33.384913Z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