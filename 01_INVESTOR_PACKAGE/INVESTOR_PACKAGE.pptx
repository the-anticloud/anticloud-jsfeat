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JSFEAT (ARTIST_TOOLS)</a:t>
            </a:r>
          </a:p>
          <a:p>
            <a: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JSFEAT is an Anticloud FZ LLE integration of JavaScript computer vision for generative art,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ARTIST_TOOLS.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