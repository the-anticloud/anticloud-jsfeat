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JSFEAT | Category: ARTIST_TOOLS</a:t>
            </a:r>
          </a:p>
          <a:p>
            <a: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JavaScript computer vision for generative art without data egress. Cloud-hosted alternatives leak data by architecture; Anticloud FZ LLE delivers JSFEAT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JSFEAT (https://github.com/antimatter15/jsfeat,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ARTIST_TOOLS;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